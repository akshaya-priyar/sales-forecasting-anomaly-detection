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7" r:id="rId5"/>
    <p:sldId id="307" r:id="rId6"/>
    <p:sldId id="309" r:id="rId7"/>
    <p:sldId id="318" r:id="rId8"/>
    <p:sldId id="319" r:id="rId9"/>
    <p:sldId id="263" r:id="rId10"/>
    <p:sldId id="3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1DF9-0EC0-09E0-09EF-F458BD0A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1B5E7-AFDD-5DF6-F070-40BD70D05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70289-DB89-8FFA-DB2C-E3BDC4E24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1E5E9-4D31-FBCB-59CA-A8781ED72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1919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396B-5A19-6CA2-409F-FAE7BF174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0D9B6-863C-B8F2-B0B8-6C2B39978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2F501-8539-3D36-770A-E05973C5D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41376-CEEA-E82E-C30F-C000DA359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8959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dirty="0"/>
              <a:t>Sales Forecasting &amp; Anomaly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804214"/>
              </p:ext>
            </p:extLst>
          </p:nvPr>
        </p:nvGraphicFramePr>
        <p:xfrm>
          <a:off x="6823587" y="1143000"/>
          <a:ext cx="5053781" cy="5034243"/>
        </p:xfrm>
        <a:graphic>
          <a:graphicData uri="http://schemas.openxmlformats.org/drawingml/2006/table">
            <a:tbl>
              <a:tblPr firstRow="1" bandRow="1"/>
              <a:tblGrid>
                <a:gridCol w="5053781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Sales performance overview </a:t>
                      </a:r>
                    </a:p>
                    <a:p>
                      <a:pPr algn="r"/>
                      <a:r>
                        <a:rPr lang="en-US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sales </a:t>
                      </a:r>
                      <a:r>
                        <a:rPr lang="en-US" sz="2400" b="0" dirty="0" err="1"/>
                        <a:t>forcasting</a:t>
                      </a:r>
                      <a:r>
                        <a:rPr lang="en-US" sz="2400" b="0" dirty="0"/>
                        <a:t> and Seasonality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AI insights : </a:t>
                      </a:r>
                      <a:r>
                        <a:rPr lang="en-US" sz="2400" b="0" dirty="0" err="1"/>
                        <a:t>Anomalities</a:t>
                      </a:r>
                      <a:r>
                        <a:rPr lang="en-US" sz="2400" b="0" dirty="0"/>
                        <a:t> ,Influencers &amp; </a:t>
                      </a:r>
                      <a:r>
                        <a:rPr lang="en-US" sz="2400" b="0" dirty="0" err="1"/>
                        <a:t>Deocmposition</a:t>
                      </a:r>
                      <a:endParaRPr lang="en-US" sz="2400" b="0" dirty="0"/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Executive summary and Business Recommendations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225189"/>
            <a:ext cx="7534656" cy="914400"/>
          </a:xfrm>
        </p:spPr>
        <p:txBody>
          <a:bodyPr/>
          <a:lstStyle/>
          <a:p>
            <a:r>
              <a:rPr lang="en-IN" b="1" dirty="0"/>
              <a:t>Sales Performance Overview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EA32EF-4861-DAFC-E09A-E7A15A3C6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23" y="1386348"/>
            <a:ext cx="10864645" cy="506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3246-9C68-82F1-1DF6-B537DFA0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ADA5A8E-7C36-BF5C-441B-232502BF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225189"/>
            <a:ext cx="7534656" cy="914400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b="1" dirty="0"/>
              <a:t>Sales Forecast &amp; Seasonality (AI)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569EB7-5968-CB66-7496-AFDD011667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8C83F-8AC0-17C2-86A9-2303E3E5C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8EEC0-0CD1-6C8C-6913-FDABE62DD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23" y="1386348"/>
            <a:ext cx="10864645" cy="5067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46A21D-94EB-930A-3453-C9304A187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92" y="1229032"/>
            <a:ext cx="11120876" cy="521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5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3DEE-6753-44C9-B5EC-0F9372F1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6A13B57-9AE2-6940-9A8D-8D8F3D04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225189"/>
            <a:ext cx="7534656" cy="914400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b="1" dirty="0"/>
              <a:t>Sales Forecast &amp; Seasonality (AI)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FF2DB0-DD02-909C-697A-9CBCDCE5E6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E84B44-E974-D411-BD0A-35C022822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FD5CA-AFAC-C176-1385-DC30D5C15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23" y="1386348"/>
            <a:ext cx="10864645" cy="5067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1F964C-3FE2-2DFF-386F-704AC72E6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92" y="1229032"/>
            <a:ext cx="11120876" cy="5210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ACA0E3-9657-FBD8-200C-F5DBE63EB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55" y="456785"/>
            <a:ext cx="11116113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5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selecting visual aids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E958F-4180-85C5-46AC-7BA671F8A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66" y="432969"/>
            <a:ext cx="10698068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{8CB41561-3E27-4845-AB3C-789EA7BA945F}TF1ed9553b-00c4-4092-846a-c8f7f2908f3beecd942f_win32-8e33096c3cfc</Template>
  <TotalTime>8</TotalTime>
  <Words>242</Words>
  <Application>Microsoft Office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Gill Sans Nova Light</vt:lpstr>
      <vt:lpstr>Sagona Book</vt:lpstr>
      <vt:lpstr>Custom</vt:lpstr>
      <vt:lpstr>Sales Forecasting &amp; Anomaly Detection</vt:lpstr>
      <vt:lpstr>agenda</vt:lpstr>
      <vt:lpstr>Sales Performance Overview</vt:lpstr>
      <vt:lpstr> Sales Forecast &amp; Seasonality (AI)</vt:lpstr>
      <vt:lpstr> Sales Forecast &amp; Seasonality (AI)</vt:lpstr>
      <vt:lpstr>selecting visual aids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Priya</dc:creator>
  <cp:lastModifiedBy>Akshaya Priya</cp:lastModifiedBy>
  <cp:revision>1</cp:revision>
  <dcterms:created xsi:type="dcterms:W3CDTF">2026-02-07T07:43:10Z</dcterms:created>
  <dcterms:modified xsi:type="dcterms:W3CDTF">2026-02-07T07:51:53Z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